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Risk Model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SHAP and ROC analysis for best-performing model selection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credit outcomes using bureau and risk features.</a:t>
            </a:r>
          </a:p>
          <a:p>
            <a:pPr/>
            <a:r>
              <a:t>Data source: combined credit report and additional customer information.</a:t>
            </a:r>
          </a:p>
          <a:p>
            <a:pPr/>
            <a:r>
              <a:t>Approach: clean data, compare feature sets, train supervised models, explain selected model with SHAP and ROC.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Trained and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pPr/>
            <a:r>
              <a:t>Random Forest</a:t>
            </a:r>
          </a:p>
          <a:p>
            <a:pPr/>
            <a:r>
              <a:t>HistGradientBoosting</a:t>
            </a:r>
          </a:p>
          <a:p>
            <a:pPr/>
            <a:r>
              <a:t>Each model trained on multiple feature combinations for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Combinations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Scores: RISK_SCORE, NO_SCORE, SCORE_CR22</a:t>
            </a:r>
          </a:p>
          <a:p>
            <a:pPr/>
            <a:r>
              <a:t>Risk Features: RISK_SCORE, RISK_RELATIVE_ODDS_CR21</a:t>
            </a:r>
          </a:p>
          <a:p>
            <a:pPr/>
            <a:r>
              <a:t>Risk Relative Index: RISK_RELATIVE_CR21</a:t>
            </a:r>
          </a:p>
          <a:p>
            <a:pPr/>
            <a:r>
              <a:t>Selected Features: top predictive features from RandomForest importance</a:t>
            </a:r>
          </a:p>
          <a:p>
            <a:pPr/>
            <a:r>
              <a:t>SFM Selected: features chosen via SelectFromModel using RandomForest</a:t>
            </a:r>
          </a:p>
          <a:p>
            <a:pPr/>
            <a:r>
              <a:t>Credit + Risk: combined credit scores and risk indices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Performing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model: HistGradientBoosting with feature set 'SFM Selected'</a:t>
            </a:r>
          </a:p>
          <a:p>
            <a:pPr/>
            <a:r>
              <a:t>AUC = 0.758268</a:t>
            </a:r>
          </a:p>
          <a:p>
            <a:pPr/>
            <a:r>
              <a:t>Accuracy = 0.918946</a:t>
            </a:r>
          </a:p>
          <a:p>
            <a:pPr/>
            <a:r>
              <a:t>Selection justified by highest AUC and strong accuracy among evaluated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SFM Selected + HistGradientBoosting achieved the highest AUC.</a:t>
            </a:r>
          </a:p>
          <a:p>
            <a:pPr/>
            <a:r>
              <a:t>Selected Features + HistGradientBoosting is a close second, demonstrating robust feature selection.</a:t>
            </a:r>
          </a:p>
          <a:p>
            <a:pPr/>
            <a:r>
              <a:t>Risk Features and Credit + Risk models show lower but stable performance, validating feature engineering choices.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and AUC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 curve measures trade-off between true positive rate and false positive rate.</a:t>
            </a:r>
          </a:p>
          <a:p>
            <a:pPr/>
            <a:r>
              <a:t>AUC of 0.7583 indicates good discriminative power for the selected model.</a:t>
            </a:r>
          </a:p>
          <a:p>
            <a:pPr/>
            <a:r>
              <a:t>The ROC plot confirms the model separates classes better than random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SHAP explains how each feature contributes to predictions.</a:t>
            </a:r>
          </a:p>
          <a:p>
            <a:pPr/>
            <a:r>
              <a:t>Top contributors: ENQUIRIES_12M, RISK_SCORE, NO_MONTHS_VCR228, ENQUIRIES_6M.</a:t>
            </a:r>
          </a:p>
          <a:p>
            <a:pPr/>
            <a:r>
              <a:t>High ENQUIRIES_12M increases predicted risk, while higher RISK_SCORE reduces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Splitting and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Train/test split: 75% training, 25% test.</a:t>
            </a:r>
          </a:p>
          <a:p>
            <a:pPr/>
            <a:r>
              <a:t>Stratified split preserves target class balance across sets.</a:t>
            </a:r>
          </a:p>
          <a:p>
            <a:pPr/>
            <a:r>
              <a:t>Feature subsets evaluated separately to identify the strongest predictors.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SFM-selected features with HistGradientBoosting for production scoring.</a:t>
            </a:r>
          </a:p>
          <a:p>
            <a:pPr/>
            <a:r>
              <a:t>Consider collecting more risk-related features to improve AUC further.</a:t>
            </a:r>
          </a:p>
          <a:p>
            <a:pPr/>
            <a:r>
              <a:t>Use SHAP insights for monitoring feature drift and model explainability.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for Selected Model</a:t>
            </a:r>
          </a:p>
        </p:txBody>
      </p:sp>
      <p:pic>
        <p:nvPicPr>
          <p:cNvPr id="3" name="Picture 2" descr="roc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Summary Plot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