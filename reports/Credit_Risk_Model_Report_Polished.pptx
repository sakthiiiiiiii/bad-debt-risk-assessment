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2294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Credit Risk Model Evaluation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1800">
                <a:solidFill>
                  <a:srgbClr val="DCDCDC"/>
                </a:solidFill>
              </a:defRPr>
            </a:pPr>
            <a:r>
              <a:t>A polished report with model selection, ROC/AUC results, and SHAP insights.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Problem definition and dataset strategy</a:t>
            </a:r>
          </a:p>
          <a:p>
            <a:pPr/>
            <a:r>
              <a:t>• Models trained and evaluated</a:t>
            </a:r>
          </a:p>
          <a:p>
            <a:pPr/>
            <a:r>
              <a:t>• Comparison of model metrics</a:t>
            </a:r>
          </a:p>
          <a:p>
            <a:pPr/>
            <a:r>
              <a:t>• Best model ROC/AUC analysis</a:t>
            </a:r>
          </a:p>
          <a:p>
            <a:pPr/>
            <a:r>
              <a:t>• SHAP interpretation and insights</a:t>
            </a:r>
          </a:p>
          <a:p>
            <a:pPr/>
            <a:r>
              <a:t>• Conclusions and recommendations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Models Trained and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Three classifier types were trained across feature combinations:</a:t>
            </a:r>
          </a:p>
          <a:p>
            <a:pPr/>
            <a:r>
              <a:t>Logistic Regression</a:t>
            </a:r>
          </a:p>
          <a:p>
            <a:pPr/>
            <a:r>
              <a:t>Random Forest</a:t>
            </a:r>
          </a:p>
          <a:p>
            <a:pPr/>
            <a:r>
              <a:t>HistGradientBoosting</a:t>
            </a:r>
          </a:p>
          <a:p>
            <a:pPr/>
            <a:r>
              <a:t>Each model was evaluated on AUC and accuracy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Top Model Candidates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71600"/>
          <a:ext cx="822960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Feature Set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AUC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Accuracy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SFM Selected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0.758268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0.918946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Selected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0.757469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0.919246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Risk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0.741956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0.917892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Selected Features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Logistic Regression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0.741161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0.918896</a:t>
                      </a:r>
                    </a:p>
                  </a:txBody>
                  <a:tcPr/>
                </a:tc>
              </a:tr>
              <a:tr h="381000"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Credit +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HistGradientBoosting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0.740653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latin typeface="Calibri"/>
                        </a:defRPr>
                      </a:pPr>
                      <a:r>
                        <a:t>0.917375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Feature Combinations Evaluated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Feature groups created for comparative modeling:</a:t>
            </a:r>
          </a:p>
          <a:p>
            <a:pPr/>
            <a:r>
              <a:t>Credit Scores: RISK_SCORE, NO_SCORE, SCORE_CR22</a:t>
            </a:r>
          </a:p>
          <a:p>
            <a:pPr/>
            <a:r>
              <a:t>Risk Features: RISK_SCORE, RISK_RELATIVE_ODDS_CR21</a:t>
            </a:r>
          </a:p>
          <a:p>
            <a:pPr/>
            <a:r>
              <a:t>Risk Relative Index: RISK_RELATIVE_CR21</a:t>
            </a:r>
          </a:p>
          <a:p>
            <a:pPr/>
            <a:r>
              <a:t>Selected Features: RandomForest importance-based selection</a:t>
            </a:r>
          </a:p>
          <a:p>
            <a:pPr/>
            <a:r>
              <a:t>SFM Selected: SelectFromModel feature selection</a:t>
            </a:r>
          </a:p>
          <a:p>
            <a:pPr/>
            <a:r>
              <a:t>Credit + Risk: combined score and risk index variables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Best Model Selection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Best model: HistGradientBoosting with 'SFM Selected'</a:t>
            </a:r>
          </a:p>
          <a:p>
            <a:pPr/>
            <a:r>
              <a:t>AUC = 0.758268</a:t>
            </a:r>
          </a:p>
          <a:p>
            <a:pPr/>
            <a:r>
              <a:t>Accuracy = 0.918946</a:t>
            </a:r>
          </a:p>
          <a:p>
            <a:pPr/>
            <a:r>
              <a:t>Selected because it achieved the highest AUC and strong accuracy.</a:t>
            </a:r>
          </a:p>
          <a:p>
            <a:pPr/>
            <a:r>
              <a:t>HistGradientBoosting handles nonlinear relationships and interactions effectively.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&amp; AUC</a:t>
            </a:r>
          </a:p>
        </p:txBody>
      </p:sp>
      <p:pic>
        <p:nvPicPr>
          <p:cNvPr id="3" name="Picture 2" descr="roc_best_mod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61722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949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The ROC plot shows model discrimination between classes. A higher AUC indicates better separation of good vs bad outcomes.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SHAP Summary and Feature Impact</a:t>
            </a:r>
          </a:p>
        </p:txBody>
      </p:sp>
      <p:pic>
        <p:nvPicPr>
          <p:cNvPr id="3" name="Picture 2" descr="shap_summar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280160"/>
            <a:ext cx="8229600" cy="648081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5394960"/>
            <a:ext cx="8229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/>
            </a:pPr>
            <a:r>
              <a:t>SHAP highlights the most influential predictors. ENQUIRIES_12M and RISK_SCORE are the strongest drivers of model predictions.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 Splitting and Strategy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 split was performed with a 75/25 train/test ratio and stratified by outcome class to preserve balance.</a:t>
            </a:r>
          </a:p>
          <a:p>
            <a:pPr/>
            <a:r>
              <a:t>This ensures a representative test set for unbiased evaluation.</a:t>
            </a:r>
          </a:p>
          <a:p>
            <a:pPr/>
            <a:r>
              <a:t>Feature subsets were evaluated separately to identify the best predictive combination.</a:t>
            </a:r>
          </a:p>
          <a:p>
            <a:pPr/>
            <a:r>
              <a:t>Duplicate records were removed and policy-decline cases excluded.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Conclusions &amp; 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The recommended production approach is HistGradientBoosting with SFM-selected features.</a:t>
            </a:r>
          </a:p>
          <a:p>
            <a:pPr/>
            <a:r>
              <a:t>Monitor feature drift using SHAP insights.</a:t>
            </a:r>
          </a:p>
          <a:p>
            <a:pPr/>
            <a:r>
              <a:t>Collect more risk-related variables to potentially increase AUC further.</a:t>
            </a:r>
          </a:p>
          <a:p>
            <a:pPr/>
            <a:r>
              <a:t>Next step: validate on an external holdout set before deployment.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